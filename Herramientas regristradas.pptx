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21602700" cy="32404050"/>
  <p:notesSz cx="7102475" cy="9388475"/>
  <p:defaultTextStyle>
    <a:defPPr>
      <a:defRPr lang="es-ES"/>
    </a:defPPr>
    <a:lvl1pPr marL="0" algn="l" defTabSz="3086100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1pPr>
    <a:lvl2pPr marL="1543050" algn="l" defTabSz="3086100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2pPr>
    <a:lvl3pPr marL="3086100" algn="l" defTabSz="3086100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3pPr>
    <a:lvl4pPr marL="4629150" algn="l" defTabSz="3086100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4pPr>
    <a:lvl5pPr marL="6172200" algn="l" defTabSz="3086100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5pPr>
    <a:lvl6pPr marL="7715250" algn="l" defTabSz="3086100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6pPr>
    <a:lvl7pPr marL="9258300" algn="l" defTabSz="3086100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7pPr>
    <a:lvl8pPr marL="10801350" algn="l" defTabSz="3086100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8pPr>
    <a:lvl9pPr marL="12344400" algn="l" defTabSz="3086100" rtl="0" eaLnBrk="1" latinLnBrk="0" hangingPunct="1">
      <a:defRPr sz="6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6600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50" d="100"/>
          <a:sy n="50" d="100"/>
        </p:scale>
        <p:origin x="108" y="3642"/>
      </p:cViewPr>
      <p:guideLst>
        <p:guide orient="horz" pos="10206"/>
        <p:guide pos="68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620203" y="10066265"/>
            <a:ext cx="18362295" cy="694586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3240405" y="18362295"/>
            <a:ext cx="15121890" cy="828103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086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629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172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7152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9258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801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234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9BE1-5C83-4BBC-8E44-B9F1ADB1A22B}" type="datetimeFigureOut">
              <a:rPr lang="es-ES" smtClean="0"/>
              <a:pPr/>
              <a:t>17/12/2025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E9192-12F5-4EE6-BD41-8DE367108A93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9BE1-5C83-4BBC-8E44-B9F1ADB1A22B}" type="datetimeFigureOut">
              <a:rPr lang="es-ES" smtClean="0"/>
              <a:pPr/>
              <a:t>17/12/2025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E9192-12F5-4EE6-BD41-8DE367108A93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06465" y="20822604"/>
            <a:ext cx="18362295" cy="6435804"/>
          </a:xfrm>
        </p:spPr>
        <p:txBody>
          <a:bodyPr anchor="t"/>
          <a:lstStyle>
            <a:lvl1pPr algn="l">
              <a:defRPr sz="135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706465" y="13734223"/>
            <a:ext cx="18362295" cy="7088382"/>
          </a:xfrm>
        </p:spPr>
        <p:txBody>
          <a:bodyPr anchor="b"/>
          <a:lstStyle>
            <a:lvl1pPr marL="0" indent="0">
              <a:buNone/>
              <a:defRPr sz="6800">
                <a:solidFill>
                  <a:schemeClr val="tx1">
                    <a:tint val="75000"/>
                  </a:schemeClr>
                </a:solidFill>
              </a:defRPr>
            </a:lvl1pPr>
            <a:lvl2pPr marL="1543050" indent="0">
              <a:buNone/>
              <a:defRPr sz="6100">
                <a:solidFill>
                  <a:schemeClr val="tx1">
                    <a:tint val="75000"/>
                  </a:schemeClr>
                </a:solidFill>
              </a:defRPr>
            </a:lvl2pPr>
            <a:lvl3pPr marL="308610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3pPr>
            <a:lvl4pPr marL="4629150" indent="0">
              <a:buNone/>
              <a:defRPr sz="4700">
                <a:solidFill>
                  <a:schemeClr val="tx1">
                    <a:tint val="75000"/>
                  </a:schemeClr>
                </a:solidFill>
              </a:defRPr>
            </a:lvl4pPr>
            <a:lvl5pPr marL="6172200" indent="0">
              <a:buNone/>
              <a:defRPr sz="4700">
                <a:solidFill>
                  <a:schemeClr val="tx1">
                    <a:tint val="75000"/>
                  </a:schemeClr>
                </a:solidFill>
              </a:defRPr>
            </a:lvl5pPr>
            <a:lvl6pPr marL="7715250" indent="0">
              <a:buNone/>
              <a:defRPr sz="4700">
                <a:solidFill>
                  <a:schemeClr val="tx1">
                    <a:tint val="75000"/>
                  </a:schemeClr>
                </a:solidFill>
              </a:defRPr>
            </a:lvl6pPr>
            <a:lvl7pPr marL="9258300" indent="0">
              <a:buNone/>
              <a:defRPr sz="4700">
                <a:solidFill>
                  <a:schemeClr val="tx1">
                    <a:tint val="75000"/>
                  </a:schemeClr>
                </a:solidFill>
              </a:defRPr>
            </a:lvl7pPr>
            <a:lvl8pPr marL="10801350" indent="0">
              <a:buNone/>
              <a:defRPr sz="4700">
                <a:solidFill>
                  <a:schemeClr val="tx1">
                    <a:tint val="75000"/>
                  </a:schemeClr>
                </a:solidFill>
              </a:defRPr>
            </a:lvl8pPr>
            <a:lvl9pPr marL="12344400" indent="0">
              <a:buNone/>
              <a:defRPr sz="4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9BE1-5C83-4BBC-8E44-B9F1ADB1A22B}" type="datetimeFigureOut">
              <a:rPr lang="es-ES" smtClean="0"/>
              <a:pPr/>
              <a:t>17/12/2025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E9192-12F5-4EE6-BD41-8DE367108A93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810103" y="10081262"/>
            <a:ext cx="7110889" cy="28511067"/>
          </a:xfrm>
        </p:spPr>
        <p:txBody>
          <a:bodyPr/>
          <a:lstStyle>
            <a:lvl1pPr>
              <a:defRPr sz="9500"/>
            </a:lvl1pPr>
            <a:lvl2pPr>
              <a:defRPr sz="8100"/>
            </a:lvl2pPr>
            <a:lvl3pPr>
              <a:defRPr sz="6800"/>
            </a:lvl3pPr>
            <a:lvl4pPr>
              <a:defRPr sz="6100"/>
            </a:lvl4pPr>
            <a:lvl5pPr>
              <a:defRPr sz="6100"/>
            </a:lvl5pPr>
            <a:lvl6pPr>
              <a:defRPr sz="6100"/>
            </a:lvl6pPr>
            <a:lvl7pPr>
              <a:defRPr sz="6100"/>
            </a:lvl7pPr>
            <a:lvl8pPr>
              <a:defRPr sz="6100"/>
            </a:lvl8pPr>
            <a:lvl9pPr>
              <a:defRPr sz="61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8281036" y="10081262"/>
            <a:ext cx="7110889" cy="28511067"/>
          </a:xfrm>
        </p:spPr>
        <p:txBody>
          <a:bodyPr/>
          <a:lstStyle>
            <a:lvl1pPr>
              <a:defRPr sz="9500"/>
            </a:lvl1pPr>
            <a:lvl2pPr>
              <a:defRPr sz="8100"/>
            </a:lvl2pPr>
            <a:lvl3pPr>
              <a:defRPr sz="6800"/>
            </a:lvl3pPr>
            <a:lvl4pPr>
              <a:defRPr sz="6100"/>
            </a:lvl4pPr>
            <a:lvl5pPr>
              <a:defRPr sz="6100"/>
            </a:lvl5pPr>
            <a:lvl6pPr>
              <a:defRPr sz="6100"/>
            </a:lvl6pPr>
            <a:lvl7pPr>
              <a:defRPr sz="6100"/>
            </a:lvl7pPr>
            <a:lvl8pPr>
              <a:defRPr sz="6100"/>
            </a:lvl8pPr>
            <a:lvl9pPr>
              <a:defRPr sz="61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9BE1-5C83-4BBC-8E44-B9F1ADB1A22B}" type="datetimeFigureOut">
              <a:rPr lang="es-ES" smtClean="0"/>
              <a:pPr/>
              <a:t>17/12/2025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E9192-12F5-4EE6-BD41-8DE367108A93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80135" y="1297665"/>
            <a:ext cx="19442430" cy="5400675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080137" y="7253408"/>
            <a:ext cx="9544944" cy="3022875"/>
          </a:xfrm>
        </p:spPr>
        <p:txBody>
          <a:bodyPr anchor="b"/>
          <a:lstStyle>
            <a:lvl1pPr marL="0" indent="0">
              <a:buNone/>
              <a:defRPr sz="8100" b="1"/>
            </a:lvl1pPr>
            <a:lvl2pPr marL="1543050" indent="0">
              <a:buNone/>
              <a:defRPr sz="6800" b="1"/>
            </a:lvl2pPr>
            <a:lvl3pPr marL="3086100" indent="0">
              <a:buNone/>
              <a:defRPr sz="6100" b="1"/>
            </a:lvl3pPr>
            <a:lvl4pPr marL="4629150" indent="0">
              <a:buNone/>
              <a:defRPr sz="5400" b="1"/>
            </a:lvl4pPr>
            <a:lvl5pPr marL="6172200" indent="0">
              <a:buNone/>
              <a:defRPr sz="5400" b="1"/>
            </a:lvl5pPr>
            <a:lvl6pPr marL="7715250" indent="0">
              <a:buNone/>
              <a:defRPr sz="5400" b="1"/>
            </a:lvl6pPr>
            <a:lvl7pPr marL="9258300" indent="0">
              <a:buNone/>
              <a:defRPr sz="5400" b="1"/>
            </a:lvl7pPr>
            <a:lvl8pPr marL="10801350" indent="0">
              <a:buNone/>
              <a:defRPr sz="5400" b="1"/>
            </a:lvl8pPr>
            <a:lvl9pPr marL="12344400" indent="0">
              <a:buNone/>
              <a:defRPr sz="5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1080137" y="10276283"/>
            <a:ext cx="9544944" cy="18669836"/>
          </a:xfrm>
        </p:spPr>
        <p:txBody>
          <a:bodyPr/>
          <a:lstStyle>
            <a:lvl1pPr>
              <a:defRPr sz="8100"/>
            </a:lvl1pPr>
            <a:lvl2pPr>
              <a:defRPr sz="6800"/>
            </a:lvl2pPr>
            <a:lvl3pPr>
              <a:defRPr sz="6100"/>
            </a:lvl3pPr>
            <a:lvl4pPr>
              <a:defRPr sz="5400"/>
            </a:lvl4pPr>
            <a:lvl5pPr>
              <a:defRPr sz="5400"/>
            </a:lvl5pPr>
            <a:lvl6pPr>
              <a:defRPr sz="5400"/>
            </a:lvl6pPr>
            <a:lvl7pPr>
              <a:defRPr sz="5400"/>
            </a:lvl7pPr>
            <a:lvl8pPr>
              <a:defRPr sz="5400"/>
            </a:lvl8pPr>
            <a:lvl9pPr>
              <a:defRPr sz="5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10973874" y="7253408"/>
            <a:ext cx="9548693" cy="3022875"/>
          </a:xfrm>
        </p:spPr>
        <p:txBody>
          <a:bodyPr anchor="b"/>
          <a:lstStyle>
            <a:lvl1pPr marL="0" indent="0">
              <a:buNone/>
              <a:defRPr sz="8100" b="1"/>
            </a:lvl1pPr>
            <a:lvl2pPr marL="1543050" indent="0">
              <a:buNone/>
              <a:defRPr sz="6800" b="1"/>
            </a:lvl2pPr>
            <a:lvl3pPr marL="3086100" indent="0">
              <a:buNone/>
              <a:defRPr sz="6100" b="1"/>
            </a:lvl3pPr>
            <a:lvl4pPr marL="4629150" indent="0">
              <a:buNone/>
              <a:defRPr sz="5400" b="1"/>
            </a:lvl4pPr>
            <a:lvl5pPr marL="6172200" indent="0">
              <a:buNone/>
              <a:defRPr sz="5400" b="1"/>
            </a:lvl5pPr>
            <a:lvl6pPr marL="7715250" indent="0">
              <a:buNone/>
              <a:defRPr sz="5400" b="1"/>
            </a:lvl6pPr>
            <a:lvl7pPr marL="9258300" indent="0">
              <a:buNone/>
              <a:defRPr sz="5400" b="1"/>
            </a:lvl7pPr>
            <a:lvl8pPr marL="10801350" indent="0">
              <a:buNone/>
              <a:defRPr sz="5400" b="1"/>
            </a:lvl8pPr>
            <a:lvl9pPr marL="12344400" indent="0">
              <a:buNone/>
              <a:defRPr sz="5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10973874" y="10276283"/>
            <a:ext cx="9548693" cy="18669836"/>
          </a:xfrm>
        </p:spPr>
        <p:txBody>
          <a:bodyPr/>
          <a:lstStyle>
            <a:lvl1pPr>
              <a:defRPr sz="8100"/>
            </a:lvl1pPr>
            <a:lvl2pPr>
              <a:defRPr sz="6800"/>
            </a:lvl2pPr>
            <a:lvl3pPr>
              <a:defRPr sz="6100"/>
            </a:lvl3pPr>
            <a:lvl4pPr>
              <a:defRPr sz="5400"/>
            </a:lvl4pPr>
            <a:lvl5pPr>
              <a:defRPr sz="5400"/>
            </a:lvl5pPr>
            <a:lvl6pPr>
              <a:defRPr sz="5400"/>
            </a:lvl6pPr>
            <a:lvl7pPr>
              <a:defRPr sz="5400"/>
            </a:lvl7pPr>
            <a:lvl8pPr>
              <a:defRPr sz="5400"/>
            </a:lvl8pPr>
            <a:lvl9pPr>
              <a:defRPr sz="5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9BE1-5C83-4BBC-8E44-B9F1ADB1A22B}" type="datetimeFigureOut">
              <a:rPr lang="es-ES" smtClean="0"/>
              <a:pPr/>
              <a:t>17/12/2025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E9192-12F5-4EE6-BD41-8DE367108A93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9BE1-5C83-4BBC-8E44-B9F1ADB1A22B}" type="datetimeFigureOut">
              <a:rPr lang="es-ES" smtClean="0"/>
              <a:pPr/>
              <a:t>17/12/2025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E9192-12F5-4EE6-BD41-8DE367108A93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9BE1-5C83-4BBC-8E44-B9F1ADB1A22B}" type="datetimeFigureOut">
              <a:rPr lang="es-ES" smtClean="0"/>
              <a:pPr/>
              <a:t>17/12/2025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E9192-12F5-4EE6-BD41-8DE367108A93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80137" y="1290163"/>
            <a:ext cx="7107140" cy="5490686"/>
          </a:xfrm>
        </p:spPr>
        <p:txBody>
          <a:bodyPr anchor="b"/>
          <a:lstStyle>
            <a:lvl1pPr algn="l">
              <a:defRPr sz="6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446056" y="1290164"/>
            <a:ext cx="12076511" cy="27655960"/>
          </a:xfrm>
        </p:spPr>
        <p:txBody>
          <a:bodyPr/>
          <a:lstStyle>
            <a:lvl1pPr>
              <a:defRPr sz="10800"/>
            </a:lvl1pPr>
            <a:lvl2pPr>
              <a:defRPr sz="9500"/>
            </a:lvl2pPr>
            <a:lvl3pPr>
              <a:defRPr sz="8100"/>
            </a:lvl3pPr>
            <a:lvl4pPr>
              <a:defRPr sz="6800"/>
            </a:lvl4pPr>
            <a:lvl5pPr>
              <a:defRPr sz="6800"/>
            </a:lvl5pPr>
            <a:lvl6pPr>
              <a:defRPr sz="6800"/>
            </a:lvl6pPr>
            <a:lvl7pPr>
              <a:defRPr sz="6800"/>
            </a:lvl7pPr>
            <a:lvl8pPr>
              <a:defRPr sz="6800"/>
            </a:lvl8pPr>
            <a:lvl9pPr>
              <a:defRPr sz="6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080137" y="6780850"/>
            <a:ext cx="7107140" cy="22165274"/>
          </a:xfrm>
        </p:spPr>
        <p:txBody>
          <a:bodyPr/>
          <a:lstStyle>
            <a:lvl1pPr marL="0" indent="0">
              <a:buNone/>
              <a:defRPr sz="4700"/>
            </a:lvl1pPr>
            <a:lvl2pPr marL="1543050" indent="0">
              <a:buNone/>
              <a:defRPr sz="4100"/>
            </a:lvl2pPr>
            <a:lvl3pPr marL="3086100" indent="0">
              <a:buNone/>
              <a:defRPr sz="3400"/>
            </a:lvl3pPr>
            <a:lvl4pPr marL="4629150" indent="0">
              <a:buNone/>
              <a:defRPr sz="3000"/>
            </a:lvl4pPr>
            <a:lvl5pPr marL="6172200" indent="0">
              <a:buNone/>
              <a:defRPr sz="3000"/>
            </a:lvl5pPr>
            <a:lvl6pPr marL="7715250" indent="0">
              <a:buNone/>
              <a:defRPr sz="3000"/>
            </a:lvl6pPr>
            <a:lvl7pPr marL="9258300" indent="0">
              <a:buNone/>
              <a:defRPr sz="3000"/>
            </a:lvl7pPr>
            <a:lvl8pPr marL="10801350" indent="0">
              <a:buNone/>
              <a:defRPr sz="3000"/>
            </a:lvl8pPr>
            <a:lvl9pPr marL="12344400" indent="0">
              <a:buNone/>
              <a:defRPr sz="3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9BE1-5C83-4BBC-8E44-B9F1ADB1A22B}" type="datetimeFigureOut">
              <a:rPr lang="es-ES" smtClean="0"/>
              <a:pPr/>
              <a:t>17/12/2025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E9192-12F5-4EE6-BD41-8DE367108A93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34280" y="22682837"/>
            <a:ext cx="12961620" cy="2677838"/>
          </a:xfrm>
        </p:spPr>
        <p:txBody>
          <a:bodyPr anchor="b"/>
          <a:lstStyle>
            <a:lvl1pPr algn="l">
              <a:defRPr sz="6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234280" y="2895361"/>
            <a:ext cx="12961620" cy="19442430"/>
          </a:xfrm>
        </p:spPr>
        <p:txBody>
          <a:bodyPr/>
          <a:lstStyle>
            <a:lvl1pPr marL="0" indent="0">
              <a:buNone/>
              <a:defRPr sz="10800"/>
            </a:lvl1pPr>
            <a:lvl2pPr marL="1543050" indent="0">
              <a:buNone/>
              <a:defRPr sz="9500"/>
            </a:lvl2pPr>
            <a:lvl3pPr marL="3086100" indent="0">
              <a:buNone/>
              <a:defRPr sz="8100"/>
            </a:lvl3pPr>
            <a:lvl4pPr marL="4629150" indent="0">
              <a:buNone/>
              <a:defRPr sz="6800"/>
            </a:lvl4pPr>
            <a:lvl5pPr marL="6172200" indent="0">
              <a:buNone/>
              <a:defRPr sz="6800"/>
            </a:lvl5pPr>
            <a:lvl6pPr marL="7715250" indent="0">
              <a:buNone/>
              <a:defRPr sz="6800"/>
            </a:lvl6pPr>
            <a:lvl7pPr marL="9258300" indent="0">
              <a:buNone/>
              <a:defRPr sz="6800"/>
            </a:lvl7pPr>
            <a:lvl8pPr marL="10801350" indent="0">
              <a:buNone/>
              <a:defRPr sz="6800"/>
            </a:lvl8pPr>
            <a:lvl9pPr marL="12344400" indent="0">
              <a:buNone/>
              <a:defRPr sz="68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234280" y="25360675"/>
            <a:ext cx="12961620" cy="3802972"/>
          </a:xfrm>
        </p:spPr>
        <p:txBody>
          <a:bodyPr/>
          <a:lstStyle>
            <a:lvl1pPr marL="0" indent="0">
              <a:buNone/>
              <a:defRPr sz="4700"/>
            </a:lvl1pPr>
            <a:lvl2pPr marL="1543050" indent="0">
              <a:buNone/>
              <a:defRPr sz="4100"/>
            </a:lvl2pPr>
            <a:lvl3pPr marL="3086100" indent="0">
              <a:buNone/>
              <a:defRPr sz="3400"/>
            </a:lvl3pPr>
            <a:lvl4pPr marL="4629150" indent="0">
              <a:buNone/>
              <a:defRPr sz="3000"/>
            </a:lvl4pPr>
            <a:lvl5pPr marL="6172200" indent="0">
              <a:buNone/>
              <a:defRPr sz="3000"/>
            </a:lvl5pPr>
            <a:lvl6pPr marL="7715250" indent="0">
              <a:buNone/>
              <a:defRPr sz="3000"/>
            </a:lvl6pPr>
            <a:lvl7pPr marL="9258300" indent="0">
              <a:buNone/>
              <a:defRPr sz="3000"/>
            </a:lvl7pPr>
            <a:lvl8pPr marL="10801350" indent="0">
              <a:buNone/>
              <a:defRPr sz="3000"/>
            </a:lvl8pPr>
            <a:lvl9pPr marL="12344400" indent="0">
              <a:buNone/>
              <a:defRPr sz="3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9BE1-5C83-4BBC-8E44-B9F1ADB1A22B}" type="datetimeFigureOut">
              <a:rPr lang="es-ES" smtClean="0"/>
              <a:pPr/>
              <a:t>17/12/2025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E9192-12F5-4EE6-BD41-8DE367108A93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9BE1-5C83-4BBC-8E44-B9F1ADB1A22B}" type="datetimeFigureOut">
              <a:rPr lang="es-ES" smtClean="0"/>
              <a:pPr/>
              <a:t>17/12/2025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E9192-12F5-4EE6-BD41-8DE367108A93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11746467" y="1732720"/>
            <a:ext cx="3645457" cy="3685960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810103" y="1732720"/>
            <a:ext cx="10576323" cy="3685960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9BE1-5C83-4BBC-8E44-B9F1ADB1A22B}" type="datetimeFigureOut">
              <a:rPr lang="es-ES" smtClean="0"/>
              <a:pPr/>
              <a:t>17/12/2025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E9192-12F5-4EE6-BD41-8DE367108A93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1080135" y="1297665"/>
            <a:ext cx="19442430" cy="5400675"/>
          </a:xfrm>
          <a:prstGeom prst="rect">
            <a:avLst/>
          </a:prstGeom>
        </p:spPr>
        <p:txBody>
          <a:bodyPr vert="horz" lIns="308610" tIns="154305" rIns="308610" bIns="154305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080135" y="7560950"/>
            <a:ext cx="19442430" cy="21385174"/>
          </a:xfrm>
          <a:prstGeom prst="rect">
            <a:avLst/>
          </a:prstGeom>
        </p:spPr>
        <p:txBody>
          <a:bodyPr vert="horz" lIns="308610" tIns="154305" rIns="308610" bIns="154305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1080135" y="30033758"/>
            <a:ext cx="5040630" cy="1725214"/>
          </a:xfrm>
          <a:prstGeom prst="rect">
            <a:avLst/>
          </a:prstGeom>
        </p:spPr>
        <p:txBody>
          <a:bodyPr vert="horz" lIns="308610" tIns="154305" rIns="308610" bIns="154305" rtlCol="0" anchor="ctr"/>
          <a:lstStyle>
            <a:lvl1pPr algn="l">
              <a:defRPr sz="4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C9BE1-5C83-4BBC-8E44-B9F1ADB1A22B}" type="datetimeFigureOut">
              <a:rPr lang="es-ES" smtClean="0"/>
              <a:pPr/>
              <a:t>17/12/2025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7380923" y="30033758"/>
            <a:ext cx="6840855" cy="1725214"/>
          </a:xfrm>
          <a:prstGeom prst="rect">
            <a:avLst/>
          </a:prstGeom>
        </p:spPr>
        <p:txBody>
          <a:bodyPr vert="horz" lIns="308610" tIns="154305" rIns="308610" bIns="154305" rtlCol="0" anchor="ctr"/>
          <a:lstStyle>
            <a:lvl1pPr algn="ctr">
              <a:defRPr sz="4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5481935" y="30033758"/>
            <a:ext cx="5040630" cy="1725214"/>
          </a:xfrm>
          <a:prstGeom prst="rect">
            <a:avLst/>
          </a:prstGeom>
        </p:spPr>
        <p:txBody>
          <a:bodyPr vert="horz" lIns="308610" tIns="154305" rIns="308610" bIns="154305" rtlCol="0" anchor="ctr"/>
          <a:lstStyle>
            <a:lvl1pPr algn="r">
              <a:defRPr sz="4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E9192-12F5-4EE6-BD41-8DE367108A93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086100" rtl="0" eaLnBrk="1" latinLnBrk="0" hangingPunct="1">
        <a:spcBef>
          <a:spcPct val="0"/>
        </a:spcBef>
        <a:buNone/>
        <a:defRPr sz="1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57288" indent="-1157288" algn="l" defTabSz="3086100" rtl="0" eaLnBrk="1" latinLnBrk="0" hangingPunct="1">
        <a:spcBef>
          <a:spcPct val="20000"/>
        </a:spcBef>
        <a:buFont typeface="Arial" pitchFamily="34" charset="0"/>
        <a:buChar char="•"/>
        <a:defRPr sz="10800" kern="1200">
          <a:solidFill>
            <a:schemeClr val="tx1"/>
          </a:solidFill>
          <a:latin typeface="+mn-lt"/>
          <a:ea typeface="+mn-ea"/>
          <a:cs typeface="+mn-cs"/>
        </a:defRPr>
      </a:lvl1pPr>
      <a:lvl2pPr marL="2507456" indent="-964406" algn="l" defTabSz="3086100" rtl="0" eaLnBrk="1" latinLnBrk="0" hangingPunct="1">
        <a:spcBef>
          <a:spcPct val="20000"/>
        </a:spcBef>
        <a:buFont typeface="Arial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25" indent="-771525" algn="l" defTabSz="3086100" rtl="0" eaLnBrk="1" latinLnBrk="0" hangingPunct="1">
        <a:spcBef>
          <a:spcPct val="20000"/>
        </a:spcBef>
        <a:buFont typeface="Arial" pitchFamily="34" charset="0"/>
        <a:buChar char="•"/>
        <a:defRPr sz="81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675" indent="-771525" algn="l" defTabSz="3086100" rtl="0" eaLnBrk="1" latinLnBrk="0" hangingPunct="1">
        <a:spcBef>
          <a:spcPct val="20000"/>
        </a:spcBef>
        <a:buFont typeface="Arial" pitchFamily="34" charset="0"/>
        <a:buChar char="–"/>
        <a:defRPr sz="6800" kern="1200">
          <a:solidFill>
            <a:schemeClr val="tx1"/>
          </a:solidFill>
          <a:latin typeface="+mn-lt"/>
          <a:ea typeface="+mn-ea"/>
          <a:cs typeface="+mn-cs"/>
        </a:defRPr>
      </a:lvl4pPr>
      <a:lvl5pPr marL="6943725" indent="-771525" algn="l" defTabSz="3086100" rtl="0" eaLnBrk="1" latinLnBrk="0" hangingPunct="1">
        <a:spcBef>
          <a:spcPct val="20000"/>
        </a:spcBef>
        <a:buFont typeface="Arial" pitchFamily="34" charset="0"/>
        <a:buChar char="»"/>
        <a:defRPr sz="6800" kern="1200">
          <a:solidFill>
            <a:schemeClr val="tx1"/>
          </a:solidFill>
          <a:latin typeface="+mn-lt"/>
          <a:ea typeface="+mn-ea"/>
          <a:cs typeface="+mn-cs"/>
        </a:defRPr>
      </a:lvl5pPr>
      <a:lvl6pPr marL="8486775" indent="-771525" algn="l" defTabSz="3086100" rtl="0" eaLnBrk="1" latinLnBrk="0" hangingPunct="1">
        <a:spcBef>
          <a:spcPct val="20000"/>
        </a:spcBef>
        <a:buFont typeface="Arial" pitchFamily="34" charset="0"/>
        <a:buChar char="•"/>
        <a:defRPr sz="6800" kern="1200">
          <a:solidFill>
            <a:schemeClr val="tx1"/>
          </a:solidFill>
          <a:latin typeface="+mn-lt"/>
          <a:ea typeface="+mn-ea"/>
          <a:cs typeface="+mn-cs"/>
        </a:defRPr>
      </a:lvl6pPr>
      <a:lvl7pPr marL="10029825" indent="-771525" algn="l" defTabSz="3086100" rtl="0" eaLnBrk="1" latinLnBrk="0" hangingPunct="1">
        <a:spcBef>
          <a:spcPct val="20000"/>
        </a:spcBef>
        <a:buFont typeface="Arial" pitchFamily="34" charset="0"/>
        <a:buChar char="•"/>
        <a:defRPr sz="6800" kern="1200">
          <a:solidFill>
            <a:schemeClr val="tx1"/>
          </a:solidFill>
          <a:latin typeface="+mn-lt"/>
          <a:ea typeface="+mn-ea"/>
          <a:cs typeface="+mn-cs"/>
        </a:defRPr>
      </a:lvl7pPr>
      <a:lvl8pPr marL="11572875" indent="-771525" algn="l" defTabSz="3086100" rtl="0" eaLnBrk="1" latinLnBrk="0" hangingPunct="1">
        <a:spcBef>
          <a:spcPct val="20000"/>
        </a:spcBef>
        <a:buFont typeface="Arial" pitchFamily="34" charset="0"/>
        <a:buChar char="•"/>
        <a:defRPr sz="6800" kern="1200">
          <a:solidFill>
            <a:schemeClr val="tx1"/>
          </a:solidFill>
          <a:latin typeface="+mn-lt"/>
          <a:ea typeface="+mn-ea"/>
          <a:cs typeface="+mn-cs"/>
        </a:defRPr>
      </a:lvl8pPr>
      <a:lvl9pPr marL="13115925" indent="-771525" algn="l" defTabSz="3086100" rtl="0" eaLnBrk="1" latinLnBrk="0" hangingPunct="1">
        <a:spcBef>
          <a:spcPct val="20000"/>
        </a:spcBef>
        <a:buFont typeface="Arial" pitchFamily="34" charset="0"/>
        <a:buChar char="•"/>
        <a:defRPr sz="6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3086100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1pPr>
      <a:lvl2pPr marL="1543050" algn="l" defTabSz="3086100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2pPr>
      <a:lvl3pPr marL="3086100" algn="l" defTabSz="3086100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3pPr>
      <a:lvl4pPr marL="4629150" algn="l" defTabSz="3086100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algn="l" defTabSz="3086100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5pPr>
      <a:lvl6pPr marL="7715250" algn="l" defTabSz="3086100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6pPr>
      <a:lvl7pPr marL="9258300" algn="l" defTabSz="3086100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7pPr>
      <a:lvl8pPr marL="10801350" algn="l" defTabSz="3086100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0" algn="l" defTabSz="3086100" rtl="0" eaLnBrk="1" latinLnBrk="0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 rot="16200000">
            <a:off x="-3284615" y="10225524"/>
            <a:ext cx="10885808" cy="1573508"/>
          </a:xfrm>
          <a:prstGeom prst="rect">
            <a:avLst/>
          </a:prstGeom>
          <a:noFill/>
        </p:spPr>
        <p:txBody>
          <a:bodyPr wrap="square" lIns="308610" tIns="154305" rIns="308610" bIns="154305" rtlCol="0">
            <a:spAutoFit/>
          </a:bodyPr>
          <a:lstStyle/>
          <a:p>
            <a:pPr algn="ctr"/>
            <a:r>
              <a:rPr lang="es-ES" sz="4700" b="1" dirty="0" smtClean="0">
                <a:solidFill>
                  <a:srgbClr val="660066"/>
                </a:solidFill>
                <a:latin typeface="Arial" pitchFamily="34" charset="0"/>
                <a:cs typeface="Arial" pitchFamily="34" charset="0"/>
              </a:rPr>
              <a:t>¡Date cuenta y modérate!</a:t>
            </a:r>
          </a:p>
          <a:p>
            <a:pPr algn="ctr"/>
            <a:r>
              <a:rPr lang="es-ES" sz="3500" b="1" dirty="0" smtClean="0">
                <a:solidFill>
                  <a:srgbClr val="660066"/>
                </a:solidFill>
                <a:latin typeface="Arial" pitchFamily="34" charset="0"/>
                <a:cs typeface="Arial" pitchFamily="34" charset="0"/>
              </a:rPr>
              <a:t>La </a:t>
            </a:r>
            <a:r>
              <a:rPr lang="es-ES" sz="3500" b="1" dirty="0" err="1" smtClean="0">
                <a:solidFill>
                  <a:srgbClr val="660066"/>
                </a:solidFill>
                <a:latin typeface="Arial" pitchFamily="34" charset="0"/>
                <a:cs typeface="Arial" pitchFamily="34" charset="0"/>
              </a:rPr>
              <a:t>autoviolencia</a:t>
            </a:r>
            <a:r>
              <a:rPr lang="es-ES" sz="3500" b="1" dirty="0" smtClean="0">
                <a:solidFill>
                  <a:srgbClr val="660066"/>
                </a:solidFill>
                <a:latin typeface="Arial" pitchFamily="34" charset="0"/>
                <a:cs typeface="Arial" pitchFamily="34" charset="0"/>
              </a:rPr>
              <a:t> aumentará</a:t>
            </a:r>
            <a:endParaRPr lang="es-ES" sz="3500" b="1" dirty="0">
              <a:solidFill>
                <a:srgbClr val="660066"/>
              </a:solidFill>
            </a:endParaRPr>
          </a:p>
        </p:txBody>
      </p:sp>
      <p:sp>
        <p:nvSpPr>
          <p:cNvPr id="7" name="6 CuadroTexto"/>
          <p:cNvSpPr txBox="1"/>
          <p:nvPr/>
        </p:nvSpPr>
        <p:spPr>
          <a:xfrm rot="16200000">
            <a:off x="-2537738" y="17761439"/>
            <a:ext cx="10126340" cy="2450671"/>
          </a:xfrm>
          <a:prstGeom prst="rect">
            <a:avLst/>
          </a:prstGeom>
          <a:noFill/>
        </p:spPr>
        <p:txBody>
          <a:bodyPr wrap="square" lIns="308610" tIns="154305" rIns="308610" bIns="154305" rtlCol="0">
            <a:spAutoFit/>
          </a:bodyPr>
          <a:lstStyle/>
          <a:p>
            <a:pPr algn="ctr"/>
            <a:r>
              <a:rPr lang="es-ES" sz="4700" b="1" dirty="0" smtClean="0">
                <a:solidFill>
                  <a:srgbClr val="660066"/>
                </a:solidFill>
                <a:latin typeface="Arial" pitchFamily="34" charset="0"/>
                <a:cs typeface="Arial" pitchFamily="34" charset="0"/>
              </a:rPr>
              <a:t>¡Reflexiona / reacciona!</a:t>
            </a:r>
          </a:p>
          <a:p>
            <a:pPr algn="ctr"/>
            <a:r>
              <a:rPr lang="es-ES" sz="4100" b="1" dirty="0" smtClean="0">
                <a:solidFill>
                  <a:srgbClr val="660066"/>
                </a:solidFill>
                <a:latin typeface="Arial" pitchFamily="34" charset="0"/>
                <a:cs typeface="Arial" pitchFamily="34" charset="0"/>
              </a:rPr>
              <a:t>No te autodestruyas</a:t>
            </a:r>
          </a:p>
          <a:p>
            <a:pPr algn="ctr"/>
            <a:endParaRPr lang="es-ES" sz="5100" b="1" dirty="0">
              <a:solidFill>
                <a:srgbClr val="660066"/>
              </a:solidFill>
            </a:endParaRPr>
          </a:p>
        </p:txBody>
      </p:sp>
      <p:sp>
        <p:nvSpPr>
          <p:cNvPr id="8" name="7 CuadroTexto"/>
          <p:cNvSpPr txBox="1"/>
          <p:nvPr/>
        </p:nvSpPr>
        <p:spPr>
          <a:xfrm rot="16200000">
            <a:off x="-1368656" y="25310026"/>
            <a:ext cx="7594756" cy="2543004"/>
          </a:xfrm>
          <a:prstGeom prst="rect">
            <a:avLst/>
          </a:prstGeom>
          <a:noFill/>
        </p:spPr>
        <p:txBody>
          <a:bodyPr wrap="square" lIns="308610" tIns="154305" rIns="308610" bIns="154305" rtlCol="0">
            <a:spAutoFit/>
          </a:bodyPr>
          <a:lstStyle/>
          <a:p>
            <a:pPr algn="ctr"/>
            <a:r>
              <a:rPr lang="es-ES" sz="4700" b="1" dirty="0" smtClean="0">
                <a:solidFill>
                  <a:srgbClr val="660066"/>
                </a:solidFill>
                <a:latin typeface="Arial" pitchFamily="34" charset="0"/>
                <a:cs typeface="Arial" pitchFamily="34" charset="0"/>
              </a:rPr>
              <a:t>¡Necesitas ayuda </a:t>
            </a:r>
          </a:p>
          <a:p>
            <a:pPr algn="ctr"/>
            <a:r>
              <a:rPr lang="es-ES" sz="4700" b="1" dirty="0" smtClean="0">
                <a:solidFill>
                  <a:srgbClr val="660066"/>
                </a:solidFill>
                <a:latin typeface="Arial" pitchFamily="34" charset="0"/>
                <a:cs typeface="Arial" pitchFamily="34" charset="0"/>
              </a:rPr>
              <a:t>de los Profesionales!</a:t>
            </a:r>
          </a:p>
          <a:p>
            <a:pPr algn="ctr"/>
            <a:endParaRPr lang="es-ES" sz="5100" b="1" dirty="0">
              <a:solidFill>
                <a:srgbClr val="660066"/>
              </a:solidFill>
            </a:endParaRPr>
          </a:p>
        </p:txBody>
      </p:sp>
      <p:pic>
        <p:nvPicPr>
          <p:cNvPr id="9" name="Picture 5" descr="C:\Users\ciber\Desktop\Blanca 2\autoviolentometro (2)-imágenes-0.jpg"/>
          <p:cNvPicPr>
            <a:picLocks noChangeAspect="1" noChangeArrowheads="1"/>
          </p:cNvPicPr>
          <p:nvPr/>
        </p:nvPicPr>
        <p:blipFill>
          <a:blip r:embed="rId2" cstate="print"/>
          <a:srcRect l="17708" r="31250"/>
          <a:stretch>
            <a:fillRect/>
          </a:stretch>
        </p:blipFill>
        <p:spPr bwMode="auto">
          <a:xfrm>
            <a:off x="2943170" y="6980002"/>
            <a:ext cx="8101069" cy="23145737"/>
          </a:xfrm>
          <a:prstGeom prst="rect">
            <a:avLst/>
          </a:prstGeom>
          <a:noFill/>
        </p:spPr>
      </p:pic>
      <p:sp>
        <p:nvSpPr>
          <p:cNvPr id="10" name="9 CuadroTexto"/>
          <p:cNvSpPr txBox="1"/>
          <p:nvPr/>
        </p:nvSpPr>
        <p:spPr>
          <a:xfrm>
            <a:off x="1203655" y="4073434"/>
            <a:ext cx="11026455" cy="2389116"/>
          </a:xfrm>
          <a:prstGeom prst="rect">
            <a:avLst/>
          </a:prstGeom>
          <a:noFill/>
        </p:spPr>
        <p:txBody>
          <a:bodyPr wrap="square" lIns="308610" tIns="154305" rIns="308610" bIns="154305" rtlCol="0">
            <a:spAutoFit/>
          </a:bodyPr>
          <a:lstStyle/>
          <a:p>
            <a:pPr algn="ctr"/>
            <a:r>
              <a:rPr lang="es-ES" sz="8100" b="1" dirty="0" smtClean="0">
                <a:solidFill>
                  <a:srgbClr val="660066"/>
                </a:solidFill>
                <a:latin typeface="Arial" pitchFamily="34" charset="0"/>
                <a:cs typeface="Arial" pitchFamily="34" charset="0"/>
              </a:rPr>
              <a:t>CERO AMOR</a:t>
            </a:r>
          </a:p>
          <a:p>
            <a:pPr algn="ctr"/>
            <a:r>
              <a:rPr lang="es-ES" sz="5400" b="1" dirty="0" smtClean="0">
                <a:solidFill>
                  <a:srgbClr val="66006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5100" b="1" u="sng" dirty="0" smtClean="0">
                <a:solidFill>
                  <a:srgbClr val="660066"/>
                </a:solidFill>
                <a:latin typeface="Arial" pitchFamily="34" charset="0"/>
                <a:cs typeface="Arial" pitchFamily="34" charset="0"/>
              </a:rPr>
              <a:t>(AUTOVIOLENTOMETRO</a:t>
            </a:r>
            <a:r>
              <a:rPr lang="es-ES" sz="5100" b="1" u="sng" dirty="0" smtClean="0">
                <a:solidFill>
                  <a:srgbClr val="660066"/>
                </a:solidFill>
              </a:rPr>
              <a:t>)</a:t>
            </a:r>
            <a:endParaRPr lang="es-ES" sz="5100" b="1" u="sng" dirty="0">
              <a:solidFill>
                <a:srgbClr val="660066"/>
              </a:solidFill>
            </a:endParaRPr>
          </a:p>
        </p:txBody>
      </p:sp>
      <p:sp>
        <p:nvSpPr>
          <p:cNvPr id="11" name="10 CuadroTexto"/>
          <p:cNvSpPr txBox="1"/>
          <p:nvPr/>
        </p:nvSpPr>
        <p:spPr>
          <a:xfrm>
            <a:off x="2443104" y="6106709"/>
            <a:ext cx="8776158" cy="942566"/>
          </a:xfrm>
          <a:prstGeom prst="rect">
            <a:avLst/>
          </a:prstGeom>
          <a:noFill/>
        </p:spPr>
        <p:txBody>
          <a:bodyPr wrap="square" lIns="308610" tIns="154305" rIns="308610" bIns="154305" rtlCol="0">
            <a:spAutoFit/>
          </a:bodyPr>
          <a:lstStyle/>
          <a:p>
            <a:r>
              <a:rPr lang="es-ES" sz="4100" u="sng" dirty="0" smtClean="0"/>
              <a:t>…Sí, la </a:t>
            </a:r>
            <a:r>
              <a:rPr lang="es-ES" sz="4100" u="sng" dirty="0" err="1" smtClean="0"/>
              <a:t>autoviolencia</a:t>
            </a:r>
            <a:r>
              <a:rPr lang="es-ES" sz="4100" u="sng" dirty="0" smtClean="0"/>
              <a:t> también se mide</a:t>
            </a:r>
            <a:endParaRPr lang="es-ES" sz="4100" u="sng" dirty="0"/>
          </a:p>
        </p:txBody>
      </p:sp>
      <p:pic>
        <p:nvPicPr>
          <p:cNvPr id="12" name="11 Imagen" descr="NICOMACO_page-000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901231" y="0"/>
            <a:ext cx="3403745" cy="4050421"/>
          </a:xfrm>
          <a:prstGeom prst="rect">
            <a:avLst/>
          </a:prstGeom>
        </p:spPr>
      </p:pic>
      <p:sp>
        <p:nvSpPr>
          <p:cNvPr id="13" name="12 CuadroTexto"/>
          <p:cNvSpPr txBox="1"/>
          <p:nvPr/>
        </p:nvSpPr>
        <p:spPr>
          <a:xfrm>
            <a:off x="12944490" y="3037789"/>
            <a:ext cx="1350178" cy="1558119"/>
          </a:xfrm>
          <a:prstGeom prst="rect">
            <a:avLst/>
          </a:prstGeom>
          <a:noFill/>
        </p:spPr>
        <p:txBody>
          <a:bodyPr wrap="square" lIns="308610" tIns="154305" rIns="308610" bIns="154305" rtlCol="0">
            <a:spAutoFit/>
          </a:bodyPr>
          <a:lstStyle/>
          <a:p>
            <a:r>
              <a:rPr lang="es-ES" sz="8100" dirty="0" smtClean="0"/>
              <a:t>®</a:t>
            </a:r>
            <a:endParaRPr lang="es-ES" sz="8100" dirty="0"/>
          </a:p>
        </p:txBody>
      </p:sp>
      <p:sp>
        <p:nvSpPr>
          <p:cNvPr id="14" name="13 CuadroTexto"/>
          <p:cNvSpPr txBox="1"/>
          <p:nvPr/>
        </p:nvSpPr>
        <p:spPr>
          <a:xfrm>
            <a:off x="2371590" y="29872579"/>
            <a:ext cx="8786950" cy="3527889"/>
          </a:xfrm>
          <a:prstGeom prst="rect">
            <a:avLst/>
          </a:prstGeom>
          <a:noFill/>
        </p:spPr>
        <p:txBody>
          <a:bodyPr wrap="square" lIns="308610" tIns="154305" rIns="308610" bIns="154305" rtlCol="0">
            <a:spAutoFit/>
          </a:bodyPr>
          <a:lstStyle/>
          <a:p>
            <a:pPr algn="ctr"/>
            <a:r>
              <a:rPr lang="es-ES" sz="3700" dirty="0" smtClean="0"/>
              <a:t>©2025 Blanca Estela Angulo López</a:t>
            </a:r>
          </a:p>
          <a:p>
            <a:pPr algn="ctr"/>
            <a:r>
              <a:rPr lang="es-ES" sz="3700" dirty="0" smtClean="0"/>
              <a:t>Todos los Derechos Reservados</a:t>
            </a:r>
          </a:p>
          <a:p>
            <a:pPr algn="ctr"/>
            <a:r>
              <a:rPr lang="es-ES" sz="3700" dirty="0" smtClean="0"/>
              <a:t>Herramienta de datos Compilatorios</a:t>
            </a:r>
          </a:p>
          <a:p>
            <a:pPr algn="ctr"/>
            <a:r>
              <a:rPr lang="es-ES" sz="3700" dirty="0" smtClean="0"/>
              <a:t>Reg. No. 03-2025-101713061400-01</a:t>
            </a:r>
          </a:p>
          <a:p>
            <a:pPr algn="ctr"/>
            <a:endParaRPr lang="es-ES" dirty="0"/>
          </a:p>
        </p:txBody>
      </p:sp>
      <p:pic>
        <p:nvPicPr>
          <p:cNvPr id="15" name="Picture 2" descr="C:\Users\ciber\Desktop\amorometro.jpg"/>
          <p:cNvPicPr preferRelativeResize="0">
            <a:picLocks noChangeAspect="1" noChangeArrowheads="1"/>
          </p:cNvPicPr>
          <p:nvPr/>
        </p:nvPicPr>
        <p:blipFill>
          <a:blip r:embed="rId4"/>
          <a:srcRect l="43163" t="29435" r="27050" b="7480"/>
          <a:stretch>
            <a:fillRect/>
          </a:stretch>
        </p:blipFill>
        <p:spPr bwMode="auto">
          <a:xfrm>
            <a:off x="11087101" y="6986523"/>
            <a:ext cx="9878323" cy="23145912"/>
          </a:xfrm>
          <a:prstGeom prst="rect">
            <a:avLst/>
          </a:prstGeom>
          <a:noFill/>
        </p:spPr>
      </p:pic>
      <p:sp>
        <p:nvSpPr>
          <p:cNvPr id="16" name="15 CuadroTexto"/>
          <p:cNvSpPr txBox="1"/>
          <p:nvPr/>
        </p:nvSpPr>
        <p:spPr>
          <a:xfrm>
            <a:off x="11372854" y="4271879"/>
            <a:ext cx="9787006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0" b="1" dirty="0" smtClean="0">
                <a:solidFill>
                  <a:srgbClr val="FF4747"/>
                </a:solidFill>
                <a:latin typeface="Arial" pitchFamily="34" charset="0"/>
                <a:cs typeface="Arial" pitchFamily="34" charset="0"/>
              </a:rPr>
              <a:t>AMOR ÁGAPE</a:t>
            </a:r>
            <a:endParaRPr lang="es-ES" sz="8000" b="1" dirty="0" smtClean="0">
              <a:solidFill>
                <a:srgbClr val="FF4747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s-ES" sz="5100" b="1" dirty="0" smtClean="0">
                <a:solidFill>
                  <a:srgbClr val="FF474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5100" b="1" u="sng" dirty="0" smtClean="0">
                <a:solidFill>
                  <a:srgbClr val="FF4747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" sz="5100" b="1" u="sng" dirty="0" smtClean="0">
                <a:solidFill>
                  <a:srgbClr val="FF4747"/>
                </a:solidFill>
                <a:latin typeface="Arial" pitchFamily="34" charset="0"/>
                <a:cs typeface="Arial" pitchFamily="34" charset="0"/>
              </a:rPr>
              <a:t>AMOROMETRO</a:t>
            </a:r>
            <a:r>
              <a:rPr lang="es-ES" sz="5100" b="1" u="sng" dirty="0" smtClean="0">
                <a:solidFill>
                  <a:srgbClr val="FF4747"/>
                </a:solidFill>
              </a:rPr>
              <a:t>)</a:t>
            </a:r>
            <a:endParaRPr lang="es-ES" sz="5100" b="1" u="sng" dirty="0">
              <a:solidFill>
                <a:srgbClr val="FF4747"/>
              </a:solidFill>
            </a:endParaRPr>
          </a:p>
        </p:txBody>
      </p:sp>
      <p:sp>
        <p:nvSpPr>
          <p:cNvPr id="17" name="16 CuadroTexto"/>
          <p:cNvSpPr txBox="1"/>
          <p:nvPr/>
        </p:nvSpPr>
        <p:spPr>
          <a:xfrm>
            <a:off x="12944490" y="6278637"/>
            <a:ext cx="8572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u="sng" dirty="0" smtClean="0"/>
              <a:t>…Sí, el amor también se trabaja</a:t>
            </a:r>
            <a:endParaRPr lang="es-ES" sz="4000" u="sng" dirty="0"/>
          </a:p>
        </p:txBody>
      </p:sp>
      <p:sp>
        <p:nvSpPr>
          <p:cNvPr id="18" name="17 CuadroTexto"/>
          <p:cNvSpPr txBox="1"/>
          <p:nvPr/>
        </p:nvSpPr>
        <p:spPr>
          <a:xfrm>
            <a:off x="11015664" y="30060997"/>
            <a:ext cx="7286676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700" dirty="0" smtClean="0"/>
              <a:t>©2025 Blanca Estela Angulo López</a:t>
            </a:r>
          </a:p>
          <a:p>
            <a:pPr algn="ctr"/>
            <a:r>
              <a:rPr lang="es-ES" sz="3700" dirty="0" smtClean="0"/>
              <a:t>Todos los Derechos Reservados</a:t>
            </a:r>
          </a:p>
          <a:p>
            <a:pPr algn="ctr"/>
            <a:r>
              <a:rPr lang="es-ES" sz="3700" dirty="0" smtClean="0"/>
              <a:t>Herramienta de datos Compilatorios</a:t>
            </a:r>
          </a:p>
          <a:p>
            <a:pPr algn="ctr"/>
            <a:r>
              <a:rPr lang="es-ES" sz="3700" dirty="0" smtClean="0"/>
              <a:t>Reg. No. 03-2025-032611401300-01</a:t>
            </a:r>
          </a:p>
          <a:p>
            <a:pPr algn="ctr"/>
            <a:endParaRPr lang="es-E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</TotalTime>
  <Words>91</Words>
  <Application>Microsoft Office PowerPoint</Application>
  <PresentationFormat>Personalizado</PresentationFormat>
  <Paragraphs>21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Diapositiva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ciber</dc:creator>
  <cp:lastModifiedBy>ciber</cp:lastModifiedBy>
  <cp:revision>59</cp:revision>
  <dcterms:created xsi:type="dcterms:W3CDTF">2025-09-15T17:01:55Z</dcterms:created>
  <dcterms:modified xsi:type="dcterms:W3CDTF">2025-12-17T18:45:25Z</dcterms:modified>
</cp:coreProperties>
</file>